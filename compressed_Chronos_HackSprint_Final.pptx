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layfair Display SemiBold" panose="020B0604020202020204" charset="0"/>
      <p:regular r:id="rId10"/>
      <p:bold r:id="rId11"/>
      <p:italic r:id="rId12"/>
      <p:boldItalic r:id="rId13"/>
    </p:embeddedFont>
    <p:embeddedFont>
      <p:font typeface="Times" panose="02020603050405020304" pitchFamily="18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653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" y="0"/>
            <a:ext cx="18288000" cy="10352313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72688"/>
            <a:ext cx="14692810" cy="1101598"/>
          </a:xfrm>
          <a:custGeom>
            <a:avLst/>
            <a:gdLst/>
            <a:ahLst/>
            <a:cxnLst/>
            <a:rect l="l" t="t" r="r" b="b"/>
            <a:pathLst>
              <a:path w="14127702" h="1101598" extrusionOk="0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953" t="-10072" r="-12923" b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428172"/>
            <a:ext cx="610238" cy="832142"/>
          </a:xfrm>
          <a:custGeom>
            <a:avLst/>
            <a:gdLst/>
            <a:ahLst/>
            <a:cxnLst/>
            <a:rect l="l" t="t" r="r" b="b"/>
            <a:pathLst>
              <a:path w="610238" h="832142" extrusionOk="0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438005"/>
            <a:ext cx="901250" cy="901250"/>
          </a:xfrm>
          <a:custGeom>
            <a:avLst/>
            <a:gdLst/>
            <a:ahLst/>
            <a:cxnLst/>
            <a:rect l="l" t="t" r="r" b="b"/>
            <a:pathLst>
              <a:path w="901250" h="901250" extrusionOk="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553619"/>
            <a:ext cx="1172861" cy="616220"/>
          </a:xfrm>
          <a:custGeom>
            <a:avLst/>
            <a:gdLst/>
            <a:ahLst/>
            <a:cxnLst/>
            <a:rect l="l" t="t" r="r" b="b"/>
            <a:pathLst>
              <a:path w="1172861" h="616220" extrusionOk="0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603619"/>
            <a:ext cx="1721890" cy="626142"/>
          </a:xfrm>
          <a:custGeom>
            <a:avLst/>
            <a:gdLst/>
            <a:ahLst/>
            <a:cxnLst/>
            <a:rect l="l" t="t" r="r" b="b"/>
            <a:pathLst>
              <a:path w="1721890" h="626142" extrusionOk="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72694" t="-170790" r="-73660" b="-156816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553619"/>
            <a:ext cx="1474047" cy="670021"/>
          </a:xfrm>
          <a:custGeom>
            <a:avLst/>
            <a:gdLst/>
            <a:ahLst/>
            <a:cxnLst/>
            <a:rect l="l" t="t" r="r" b="b"/>
            <a:pathLst>
              <a:path w="1474047" h="670021" extrusionOk="0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16057" t="-88646" r="-11397" b="-9175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553619"/>
            <a:ext cx="2677383" cy="585678"/>
          </a:xfrm>
          <a:custGeom>
            <a:avLst/>
            <a:gdLst/>
            <a:ahLst/>
            <a:cxnLst/>
            <a:rect l="l" t="t" r="r" b="b"/>
            <a:pathLst>
              <a:path w="2677383" h="585678" extrusionOk="0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546469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2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99216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3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163600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6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4" y="3934704"/>
            <a:ext cx="6143625" cy="6417609"/>
          </a:xfrm>
          <a:custGeom>
            <a:avLst/>
            <a:gdLst/>
            <a:ahLst/>
            <a:cxnLst/>
            <a:rect l="l" t="t" r="r" b="b"/>
            <a:pathLst>
              <a:path w="6143625" h="6417609" extrusionOk="0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852037" y="996943"/>
            <a:ext cx="10557842" cy="4992682"/>
            <a:chOff x="-131000" y="-1688652"/>
            <a:chExt cx="12642608" cy="6656910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-131000" y="-1688652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68" b="0" i="0" u="none" strike="noStrike" cap="none" dirty="0" err="1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048375" y="1458483"/>
              <a:ext cx="8394484" cy="1013401"/>
            </a:xfrm>
            <a:custGeom>
              <a:avLst/>
              <a:gdLst/>
              <a:ahLst/>
              <a:cxnLst/>
              <a:rect l="l" t="t" r="r" b="b"/>
              <a:pathLst>
                <a:path w="8394485" h="1047467" extrusionOk="0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1933" t="-18310" r="-1581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-102249" y="2504499"/>
              <a:ext cx="12613857" cy="2463759"/>
            </a:xfrm>
            <a:custGeom>
              <a:avLst/>
              <a:gdLst/>
              <a:ahLst/>
              <a:cxnLst/>
              <a:rect l="l" t="t" r="r" b="b"/>
              <a:pathLst>
                <a:path w="12613857" h="2463759" extrusionOk="0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65695" y="3268990"/>
              <a:ext cx="575369" cy="1239256"/>
            </a:xfrm>
            <a:custGeom>
              <a:avLst/>
              <a:gdLst/>
              <a:ahLst/>
              <a:cxnLst/>
              <a:rect l="l" t="t" r="r" b="b"/>
              <a:pathLst>
                <a:path w="575369" h="1239256" extrusionOk="0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8620078" y="3232624"/>
              <a:ext cx="73765" cy="1239256"/>
            </a:xfrm>
            <a:custGeom>
              <a:avLst/>
              <a:gdLst/>
              <a:ahLst/>
              <a:cxnLst/>
              <a:rect l="l" t="t" r="r" b="b"/>
              <a:pathLst>
                <a:path w="73765" h="1239256" extrusionOk="0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l="-20000" r="-28000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334988" y="1566306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20" b="1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 dirty="0"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75491" y="3054624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38" b="1" i="0" u="none" strike="noStrike" cap="none" dirty="0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 dirty="0"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67380" y="3662642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4" b="1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 dirty="0"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141704" y="4063073"/>
              <a:ext cx="1389899" cy="3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2" b="1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 dirty="0"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46497" y="3132880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 dirty="0"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9686771" y="3114368"/>
              <a:ext cx="1631700" cy="4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 dirty="0"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234310" y="3816558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0" i="0" u="none" strike="noStrike" cap="none" dirty="0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 dirty="0"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96975" y="9254666"/>
            <a:ext cx="14049375" cy="1085850"/>
            <a:chOff x="-34835" y="88001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-34835" y="88001"/>
              <a:ext cx="18732500" cy="1447800"/>
            </a:xfrm>
            <a:custGeom>
              <a:avLst/>
              <a:gdLst/>
              <a:ahLst/>
              <a:cxnLst/>
              <a:rect l="l" t="t" r="r" b="b"/>
              <a:pathLst>
                <a:path w="18732500" h="1447800" extrusionOk="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l="-542" t="-9649" r="-1084" b="-18422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avLst/>
              <a:gdLst/>
              <a:ahLst/>
              <a:cxnLst/>
              <a:rect l="l" t="t" r="r" b="b"/>
              <a:pathLst>
                <a:path w="2629904" h="575802" extrusionOk="0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4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 i="0" u="none" strike="noStrike" cap="non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36073" y="320229"/>
              <a:ext cx="721119" cy="983344"/>
            </a:xfrm>
            <a:custGeom>
              <a:avLst/>
              <a:gdLst/>
              <a:ahLst/>
              <a:cxnLst/>
              <a:rect l="l" t="t" r="r" b="b"/>
              <a:pathLst>
                <a:path w="721119" h="983344" extrusionOk="0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386296" y="4103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4" b="0" i="0" u="none" strike="noStrike" cap="none" dirty="0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 dirty="0"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386296" y="711382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9" b="0" i="0" u="none" strike="noStrike" cap="none" dirty="0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 dirty="0"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358044" y="1122862"/>
              <a:ext cx="1956349" cy="138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73" b="0" i="1" u="none" strike="noStrike" cap="none" dirty="0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 dirty="0"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287079" y="6087290"/>
            <a:ext cx="6666808" cy="284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2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Tanish Renuka Suragihalli</a:t>
            </a:r>
            <a:endParaRPr dirty="0"/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marL="0" marR="0" lvl="0" indent="0" algn="just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2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GGs </a:t>
            </a:r>
            <a:endParaRPr dirty="0"/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lvl="0" algn="just"/>
            <a:r>
              <a:rPr lang="en-US" sz="2302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 PS42 </a:t>
            </a:r>
            <a:r>
              <a:rPr lang="en-IN" dirty="0"/>
              <a:t>Build a scalable, multi-modal AI system using </a:t>
            </a:r>
            <a:r>
              <a:rPr lang="en-IN" b="1" dirty="0"/>
              <a:t>Google Gemini AI</a:t>
            </a:r>
            <a:r>
              <a:rPr lang="en-IN" dirty="0"/>
              <a:t> and integrated </a:t>
            </a:r>
            <a:r>
              <a:rPr lang="en-IN" b="1" dirty="0"/>
              <a:t>Google Cloud tools (such as Vertex AI, Cloud Storage, and </a:t>
            </a:r>
            <a:r>
              <a:rPr lang="en-IN" b="1" dirty="0" err="1"/>
              <a:t>BigQuery</a:t>
            </a:r>
            <a:r>
              <a:rPr lang="en-IN" b="1" dirty="0"/>
              <a:t>)</a:t>
            </a:r>
            <a:r>
              <a:rPr lang="en-IN" dirty="0"/>
              <a:t> that can process real-time, fragmented data (text, images, and documents) and deliver accurate, context-aware, and explainable decisions in complex and dynamic environments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</Words>
  <Application>Microsoft Office PowerPoint</Application>
  <PresentationFormat>Custom</PresentationFormat>
  <Paragraphs>23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Playfair Display SemiBold</vt:lpstr>
      <vt:lpstr>Arial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Tanish Suragihalli</cp:lastModifiedBy>
  <cp:revision>7</cp:revision>
  <dcterms:created xsi:type="dcterms:W3CDTF">2006-08-16T00:00:00Z</dcterms:created>
  <dcterms:modified xsi:type="dcterms:W3CDTF">2026-10-04T13:40:45Z</dcterms:modified>
</cp:coreProperties>
</file>